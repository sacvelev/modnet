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</a:t>
            </a:r>
            <a:r>
              <a:rPr lang="en-US" altLang="ru-RU"/>
              <a:t>2</a:t>
            </a:r>
            <a:endParaRPr lang="en-US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Измерение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тестирование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. </a:t>
            </a:r>
            <a:r>
              <a:rPr lang="en-US" altLang="en-US"/>
              <a:t>Интерактивный</a:t>
            </a:r>
            <a:r>
              <a:rPr lang="en-US" altLang="ru-RU"/>
              <a:t> </a:t>
            </a:r>
            <a:r>
              <a:rPr lang="en-US" altLang="en-US"/>
              <a:t>эксперимент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знакомство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инструментом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измерения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режиме</a:t>
            </a:r>
            <a:r>
              <a:rPr lang="en-US" altLang="ru-RU"/>
              <a:t> </a:t>
            </a:r>
            <a:r>
              <a:rPr lang="en-US" altLang="en-US"/>
              <a:t>реального</a:t>
            </a:r>
            <a:r>
              <a:rPr lang="en-US" altLang="ru-RU"/>
              <a:t> </a:t>
            </a:r>
            <a:r>
              <a:rPr lang="en-US" altLang="en-US"/>
              <a:t>времени</a:t>
            </a:r>
            <a:r>
              <a:rPr lang="en-US" altLang="ru-RU"/>
              <a:t> — iPerf3,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получение</a:t>
            </a:r>
            <a:r>
              <a:rPr lang="en-US" altLang="ru-RU"/>
              <a:t> </a:t>
            </a:r>
            <a:r>
              <a:rPr lang="en-US" altLang="en-US"/>
              <a:t>навыков</a:t>
            </a:r>
            <a:r>
              <a:rPr lang="en-US" altLang="ru-RU"/>
              <a:t> </a:t>
            </a:r>
            <a:r>
              <a:rPr lang="en-US" altLang="en-US"/>
              <a:t>проведения</a:t>
            </a:r>
            <a:r>
              <a:rPr lang="en-US" altLang="ru-RU"/>
              <a:t> </a:t>
            </a:r>
            <a:r>
              <a:rPr lang="en-US" altLang="en-US"/>
              <a:t>интерактивного</a:t>
            </a:r>
            <a:r>
              <a:rPr lang="en-US" altLang="ru-RU"/>
              <a:t> </a:t>
            </a:r>
            <a:r>
              <a:rPr lang="en-US" altLang="en-US"/>
              <a:t>эксперимента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измерению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моделируемой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среде</a:t>
            </a:r>
            <a:r>
              <a:rPr lang="en-US" altLang="ru-RU"/>
              <a:t> Mininet.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Запуск </a:t>
            </a:r>
            <a:r>
              <a:rPr lang="en-US" altLang="en-US"/>
              <a:t>mininet </a:t>
            </a:r>
            <a:r>
              <a:rPr lang="ru-RU" altLang="en-US"/>
              <a:t>с хостовой машины</a:t>
            </a:r>
            <a:endParaRPr lang="ru-RU" altLang="en-US"/>
          </a:p>
        </p:txBody>
      </p:sp>
      <p:pic>
        <p:nvPicPr>
          <p:cNvPr id="5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35910" y="1825625"/>
            <a:ext cx="613854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ru-RU"/>
              <a:t>Установка и обновление ПО</a:t>
            </a:r>
            <a:endParaRPr lang="ru-RU" altLang="ru-RU"/>
          </a:p>
        </p:txBody>
      </p:sp>
      <p:pic>
        <p:nvPicPr>
          <p:cNvPr id="3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08555" y="1825625"/>
            <a:ext cx="699262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минимальной топологии</a:t>
            </a:r>
            <a:endParaRPr lang="ru-RU" altLang="en-US"/>
          </a:p>
        </p:txBody>
      </p:sp>
      <p:pic>
        <p:nvPicPr>
          <p:cNvPr id="4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62455" y="1825625"/>
            <a:ext cx="808482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Отправка пакетов данных с </a:t>
            </a:r>
            <a:r>
              <a:rPr lang="en-US" altLang="en-US"/>
              <a:t>h1 </a:t>
            </a:r>
            <a:r>
              <a:rPr lang="ru-RU" altLang="en-US"/>
              <a:t>к </a:t>
            </a:r>
            <a:r>
              <a:rPr lang="en-US" altLang="en-US"/>
              <a:t>h2</a:t>
            </a:r>
            <a:endParaRPr lang="en-US" altLang="en-US"/>
          </a:p>
        </p:txBody>
      </p:sp>
      <p:pic>
        <p:nvPicPr>
          <p:cNvPr id="5" name="Изображени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71165" y="1825625"/>
            <a:ext cx="586803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Проверка разных параметров</a:t>
            </a:r>
            <a:endParaRPr lang="ru-RU"/>
          </a:p>
        </p:txBody>
      </p:sp>
      <p:pic>
        <p:nvPicPr>
          <p:cNvPr id="6" name="Изображени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94840" y="2800985"/>
            <a:ext cx="80200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Проверка разных параметров</a:t>
            </a:r>
            <a:endParaRPr lang="ru-RU"/>
          </a:p>
        </p:txBody>
      </p:sp>
      <p:pic>
        <p:nvPicPr>
          <p:cNvPr id="7" name="Изображение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42795" y="2814955"/>
            <a:ext cx="772477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Проверка разных параметров</a:t>
            </a:r>
            <a:endParaRPr lang="ru-RU"/>
          </a:p>
        </p:txBody>
      </p:sp>
      <p:pic>
        <p:nvPicPr>
          <p:cNvPr id="8" name="Изображение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3770" y="2548255"/>
            <a:ext cx="736282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Проверка разных параметров</a:t>
            </a:r>
            <a:endParaRPr lang="ru-RU"/>
          </a:p>
        </p:txBody>
      </p:sp>
      <p:pic>
        <p:nvPicPr>
          <p:cNvPr id="9" name="Изображение 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5340" y="2176780"/>
            <a:ext cx="763905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Сохранение в </a:t>
            </a:r>
            <a:r>
              <a:rPr lang="en-US"/>
              <a:t>json</a:t>
            </a:r>
            <a:endParaRPr lang="en-US"/>
          </a:p>
        </p:txBody>
      </p:sp>
      <p:pic>
        <p:nvPicPr>
          <p:cNvPr id="10" name="Изображение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78050" y="1825625"/>
            <a:ext cx="745426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WPS Presentation</Application>
  <PresentationFormat>宽屏</PresentationFormat>
  <Paragraphs>27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1</vt:lpstr>
      <vt:lpstr>Цель работы</vt:lpstr>
      <vt:lpstr>Запуск mininet с хостовой машины</vt:lpstr>
      <vt:lpstr>Информация о соединении</vt:lpstr>
      <vt:lpstr>Создание минимальной топологии</vt:lpstr>
      <vt:lpstr>Настройка запуска графических приложений</vt:lpstr>
      <vt:lpstr>Создание топологии в MiniEdit</vt:lpstr>
      <vt:lpstr>Проверка разных параметров</vt:lpstr>
      <vt:lpstr>Проверка разных параметров</vt:lpstr>
      <vt:lpstr>Проверка разных параметров</vt:lpstr>
      <vt:lpstr>Проверка разных параметров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8</cp:revision>
  <dcterms:created xsi:type="dcterms:W3CDTF">2024-01-28T20:18:00Z</dcterms:created>
  <dcterms:modified xsi:type="dcterms:W3CDTF">2026-03-17T19:13:15Z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