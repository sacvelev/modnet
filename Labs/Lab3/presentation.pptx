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57" r:id="rId4"/>
    <p:sldId id="259" r:id="rId5"/>
    <p:sldId id="261" r:id="rId6"/>
    <p:sldId id="260" r:id="rId7"/>
    <p:sldId id="263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ru-RU" altLang="en-US"/>
              <a:t>Лабораторная работа 3</a:t>
            </a:r>
            <a:endParaRPr lang="ru-RU" alt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en-US"/>
              <a:t>Измерение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тестирование</a:t>
            </a:r>
            <a:r>
              <a:rPr lang="en-US" altLang="ru-RU"/>
              <a:t> </a:t>
            </a:r>
            <a:r>
              <a:rPr lang="en-US" altLang="en-US"/>
              <a:t>пропускной</a:t>
            </a:r>
            <a:r>
              <a:rPr lang="en-US" altLang="ru-RU"/>
              <a:t> </a:t>
            </a:r>
            <a:r>
              <a:rPr lang="en-US" altLang="en-US"/>
              <a:t>способности</a:t>
            </a:r>
            <a:r>
              <a:rPr lang="en-US" altLang="ru-RU"/>
              <a:t> </a:t>
            </a:r>
            <a:r>
              <a:rPr lang="en-US" altLang="en-US"/>
              <a:t>сети</a:t>
            </a:r>
            <a:r>
              <a:rPr lang="en-US" altLang="ru-RU"/>
              <a:t>. </a:t>
            </a:r>
            <a:r>
              <a:rPr lang="en-US" altLang="en-US"/>
              <a:t>Воспроизводимый</a:t>
            </a:r>
            <a:r>
              <a:rPr lang="en-US" altLang="ru-RU"/>
              <a:t> </a:t>
            </a:r>
            <a:r>
              <a:rPr lang="en-US" altLang="en-US"/>
              <a:t>эксперимент</a:t>
            </a:r>
            <a:endParaRPr lang="en-US" altLang="en-US"/>
          </a:p>
          <a:p>
            <a:r>
              <a:rPr lang="ru-RU" altLang="en-US"/>
              <a:t>Цвелев С.А. НПИбд-0</a:t>
            </a:r>
            <a:r>
              <a:rPr lang="en-US" altLang="ru-RU"/>
              <a:t>1</a:t>
            </a:r>
            <a:r>
              <a:rPr lang="ru-RU" altLang="en-US"/>
              <a:t>-22</a:t>
            </a:r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Цель работы</a:t>
            </a:r>
            <a:endParaRPr lang="ru-RU" altLang="en-US"/>
          </a:p>
        </p:txBody>
      </p:sp>
      <p:sp>
        <p:nvSpPr>
          <p:cNvPr id="5" name="Замещающее содержимое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Основной</a:t>
            </a:r>
            <a:r>
              <a:rPr lang="en-US" altLang="ru-RU"/>
              <a:t> </a:t>
            </a:r>
            <a:r>
              <a:rPr lang="en-US" altLang="en-US"/>
              <a:t>целью</a:t>
            </a:r>
            <a:r>
              <a:rPr lang="en-US" altLang="ru-RU"/>
              <a:t> </a:t>
            </a:r>
            <a:r>
              <a:rPr lang="en-US" altLang="en-US"/>
              <a:t>работы</a:t>
            </a:r>
            <a:r>
              <a:rPr lang="en-US" altLang="ru-RU"/>
              <a:t> </a:t>
            </a:r>
            <a:r>
              <a:rPr lang="en-US" altLang="en-US"/>
              <a:t>является</a:t>
            </a:r>
            <a:r>
              <a:rPr lang="en-US" altLang="ru-RU"/>
              <a:t> </a:t>
            </a:r>
            <a:r>
              <a:rPr lang="en-US" altLang="en-US"/>
              <a:t>знакомство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инструментом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измерения</a:t>
            </a:r>
            <a:r>
              <a:rPr lang="en-US" altLang="ru-RU"/>
              <a:t> </a:t>
            </a:r>
            <a:r>
              <a:rPr lang="en-US" altLang="en-US"/>
              <a:t>пропускной</a:t>
            </a:r>
            <a:r>
              <a:rPr lang="en-US" altLang="ru-RU"/>
              <a:t> </a:t>
            </a:r>
            <a:r>
              <a:rPr lang="en-US" altLang="en-US"/>
              <a:t>способности</a:t>
            </a:r>
            <a:r>
              <a:rPr lang="en-US" altLang="ru-RU"/>
              <a:t> </a:t>
            </a:r>
            <a:r>
              <a:rPr lang="en-US" altLang="en-US"/>
              <a:t>сети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режиме</a:t>
            </a:r>
            <a:r>
              <a:rPr lang="en-US" altLang="ru-RU"/>
              <a:t> </a:t>
            </a:r>
            <a:r>
              <a:rPr lang="en-US" altLang="en-US"/>
              <a:t>реального</a:t>
            </a:r>
            <a:r>
              <a:rPr lang="en-US" altLang="ru-RU"/>
              <a:t> </a:t>
            </a:r>
            <a:r>
              <a:rPr lang="en-US" altLang="en-US"/>
              <a:t>времени</a:t>
            </a:r>
            <a:r>
              <a:rPr lang="en-US" altLang="ru-RU"/>
              <a:t> — iPerf3, </a:t>
            </a:r>
            <a:r>
              <a:rPr lang="en-US" altLang="en-US"/>
              <a:t>а</a:t>
            </a:r>
            <a:r>
              <a:rPr lang="en-US" altLang="ru-RU"/>
              <a:t> </a:t>
            </a:r>
            <a:r>
              <a:rPr lang="en-US" altLang="en-US"/>
              <a:t>также</a:t>
            </a:r>
            <a:r>
              <a:rPr lang="en-US" altLang="ru-RU"/>
              <a:t> </a:t>
            </a:r>
            <a:r>
              <a:rPr lang="en-US" altLang="en-US"/>
              <a:t>получение</a:t>
            </a:r>
            <a:r>
              <a:rPr lang="en-US" altLang="ru-RU"/>
              <a:t> </a:t>
            </a:r>
            <a:r>
              <a:rPr lang="en-US" altLang="en-US"/>
              <a:t>навыков</a:t>
            </a:r>
            <a:r>
              <a:rPr lang="en-US" altLang="ru-RU"/>
              <a:t> </a:t>
            </a:r>
            <a:r>
              <a:rPr lang="en-US" altLang="en-US"/>
              <a:t>проведения</a:t>
            </a:r>
            <a:r>
              <a:rPr lang="en-US" altLang="ru-RU"/>
              <a:t> </a:t>
            </a:r>
            <a:r>
              <a:rPr lang="en-US" altLang="en-US"/>
              <a:t>воспроизводимого</a:t>
            </a:r>
            <a:r>
              <a:rPr lang="en-US" altLang="ru-RU"/>
              <a:t> </a:t>
            </a:r>
            <a:r>
              <a:rPr lang="en-US" altLang="en-US"/>
              <a:t>эксперимента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измерению</a:t>
            </a:r>
            <a:r>
              <a:rPr lang="en-US" altLang="ru-RU"/>
              <a:t> </a:t>
            </a:r>
            <a:r>
              <a:rPr lang="en-US" altLang="en-US"/>
              <a:t>пропускной</a:t>
            </a:r>
            <a:r>
              <a:rPr lang="en-US" altLang="ru-RU"/>
              <a:t> </a:t>
            </a:r>
            <a:r>
              <a:rPr lang="en-US" altLang="en-US"/>
              <a:t>способности</a:t>
            </a:r>
            <a:r>
              <a:rPr lang="en-US" altLang="ru-RU"/>
              <a:t> </a:t>
            </a:r>
            <a:r>
              <a:rPr lang="en-US" altLang="en-US"/>
              <a:t>моделируемой</a:t>
            </a:r>
            <a:r>
              <a:rPr lang="en-US" altLang="ru-RU"/>
              <a:t> </a:t>
            </a:r>
            <a:r>
              <a:rPr lang="en-US" altLang="en-US"/>
              <a:t>сети</a:t>
            </a:r>
            <a:r>
              <a:rPr lang="en-US" altLang="ru-RU"/>
              <a:t> </a:t>
            </a:r>
            <a:r>
              <a:rPr lang="en-US" altLang="en-US"/>
              <a:t>в</a:t>
            </a:r>
            <a:r>
              <a:rPr lang="en-US" altLang="ru-RU"/>
              <a:t> </a:t>
            </a:r>
            <a:r>
              <a:rPr lang="en-US" altLang="en-US"/>
              <a:t>среде</a:t>
            </a:r>
            <a:r>
              <a:rPr lang="en-US" altLang="ru-RU"/>
              <a:t> Mininet.</a:t>
            </a:r>
            <a:endParaRPr lang="en-US" alt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ru-RU" altLang="ru-RU"/>
              <a:t>Скрипт для создания простейшей топологии</a:t>
            </a:r>
            <a:endParaRPr lang="ru-RU" altLang="ru-RU"/>
          </a:p>
        </p:txBody>
      </p:sp>
      <p:pic>
        <p:nvPicPr>
          <p:cNvPr id="10" name="Изображение 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72105" y="1825625"/>
            <a:ext cx="6066155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/>
              <a:t>Изменение функции задания параметров</a:t>
            </a:r>
            <a:endParaRPr lang="ru-RU" altLang="en-US"/>
          </a:p>
        </p:txBody>
      </p:sp>
      <p:pic>
        <p:nvPicPr>
          <p:cNvPr id="11" name="Изображение 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47645" y="1825625"/>
            <a:ext cx="6314440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ru-RU"/>
              <a:t>Изменение параметров соедиения</a:t>
            </a:r>
            <a:endParaRPr lang="ru-RU"/>
          </a:p>
        </p:txBody>
      </p:sp>
      <p:pic>
        <p:nvPicPr>
          <p:cNvPr id="12" name="Изображение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98775" y="1825625"/>
            <a:ext cx="6012815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/>
              <a:t>Построение графика эксперимента</a:t>
            </a:r>
            <a:endParaRPr lang="ru-RU"/>
          </a:p>
        </p:txBody>
      </p:sp>
      <p:pic>
        <p:nvPicPr>
          <p:cNvPr id="13" name="Изображение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09240" y="1825625"/>
            <a:ext cx="6191885" cy="4351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</Words>
  <Application>WPS Presentation</Application>
  <PresentationFormat>宽屏</PresentationFormat>
  <Paragraphs>17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Лабораторная работа 2</vt:lpstr>
      <vt:lpstr>Цель работы</vt:lpstr>
      <vt:lpstr>Установка и обновление ПО</vt:lpstr>
      <vt:lpstr>Создание минимальной топологии</vt:lpstr>
      <vt:lpstr>Отправка пакетов данных с h1 к h2</vt:lpstr>
      <vt:lpstr>Проверка разных параметров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Грибобес</cp:lastModifiedBy>
  <cp:revision>11</cp:revision>
  <dcterms:created xsi:type="dcterms:W3CDTF">2024-01-28T20:18:00Z</dcterms:created>
  <dcterms:modified xsi:type="dcterms:W3CDTF">2026-03-17T19:16:21Z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82569B5933DC4A2F9B03B25A265A4C68_12</vt:lpwstr>
  </property>
</Properties>
</file>