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</a:t>
            </a:r>
            <a:r>
              <a:rPr lang="en-US" altLang="ru-RU"/>
              <a:t>1</a:t>
            </a:r>
            <a:endParaRPr lang="en-US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Введение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mininet.</a:t>
            </a:r>
            <a:endParaRPr lang="en-US" altLang="ru-RU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развёртывание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системе</a:t>
            </a:r>
            <a:r>
              <a:rPr lang="en-US" altLang="ru-RU"/>
              <a:t> </a:t>
            </a:r>
            <a:r>
              <a:rPr lang="en-US" altLang="en-US"/>
              <a:t>виртуализации</a:t>
            </a:r>
            <a:r>
              <a:rPr lang="en-US" altLang="ru-RU"/>
              <a:t> (</a:t>
            </a:r>
            <a:r>
              <a:rPr lang="en-US" altLang="en-US"/>
              <a:t>например</a:t>
            </a:r>
            <a:r>
              <a:rPr lang="en-US" altLang="ru-RU"/>
              <a:t>, </a:t>
            </a:r>
            <a:r>
              <a:rPr lang="en-US" altLang="en-US"/>
              <a:t>в</a:t>
            </a:r>
            <a:r>
              <a:rPr lang="en-US" altLang="ru-RU"/>
              <a:t> VirtualBox) mininet, </a:t>
            </a:r>
            <a:r>
              <a:rPr lang="en-US" altLang="en-US"/>
              <a:t>знакомство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основными</a:t>
            </a:r>
            <a:r>
              <a:rPr lang="en-US" altLang="ru-RU"/>
              <a:t> </a:t>
            </a:r>
            <a:r>
              <a:rPr lang="en-US" altLang="en-US"/>
              <a:t>командами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Mininet </a:t>
            </a:r>
            <a:r>
              <a:rPr lang="en-US" altLang="en-US"/>
              <a:t>через</a:t>
            </a:r>
            <a:r>
              <a:rPr lang="en-US" altLang="ru-RU"/>
              <a:t> </a:t>
            </a:r>
            <a:r>
              <a:rPr lang="en-US" altLang="en-US"/>
              <a:t>командную</a:t>
            </a:r>
            <a:r>
              <a:rPr lang="en-US" altLang="ru-RU"/>
              <a:t> </a:t>
            </a:r>
            <a:r>
              <a:rPr lang="en-US" altLang="en-US"/>
              <a:t>строку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через</a:t>
            </a:r>
            <a:r>
              <a:rPr lang="en-US" altLang="ru-RU"/>
              <a:t> </a:t>
            </a:r>
            <a:r>
              <a:rPr lang="en-US" altLang="en-US"/>
              <a:t>графический</a:t>
            </a:r>
            <a:r>
              <a:rPr lang="en-US" altLang="ru-RU"/>
              <a:t> </a:t>
            </a:r>
            <a:r>
              <a:rPr lang="en-US" altLang="en-US"/>
              <a:t>интерфейс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Запуск </a:t>
            </a:r>
            <a:r>
              <a:rPr lang="en-US" altLang="en-US"/>
              <a:t>mininet </a:t>
            </a:r>
            <a:r>
              <a:rPr lang="ru-RU" altLang="en-US"/>
              <a:t>с хостовой машины</a:t>
            </a:r>
            <a:endParaRPr lang="ru-RU" altLang="en-US"/>
          </a:p>
        </p:txBody>
      </p:sp>
      <p:pic>
        <p:nvPicPr>
          <p:cNvPr id="4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85440" y="1825625"/>
            <a:ext cx="603885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/>
              <a:t>Информация о соединении</a:t>
            </a:r>
            <a:endParaRPr lang="ru-RU" altLang="en-US"/>
          </a:p>
        </p:txBody>
      </p:sp>
      <p:pic>
        <p:nvPicPr>
          <p:cNvPr id="5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7315" y="1825625"/>
            <a:ext cx="651510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Настройка запуска графических приложений</a:t>
            </a:r>
            <a:endParaRPr lang="ru-RU" altLang="en-US"/>
          </a:p>
        </p:txBody>
      </p:sp>
      <p:pic>
        <p:nvPicPr>
          <p:cNvPr id="6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6765" y="2853055"/>
            <a:ext cx="769620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Создание минимальной топологии</a:t>
            </a:r>
            <a:endParaRPr lang="ru-RU" altLang="en-US"/>
          </a:p>
        </p:txBody>
      </p:sp>
      <p:pic>
        <p:nvPicPr>
          <p:cNvPr id="7" name="Изображение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67990" y="1825625"/>
            <a:ext cx="587375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Создание топологии в </a:t>
            </a:r>
            <a:r>
              <a:rPr lang="en-US" altLang="en-US"/>
              <a:t>MiniEdit</a:t>
            </a:r>
            <a:endParaRPr lang="en-US" altLang="en-US"/>
          </a:p>
        </p:txBody>
      </p:sp>
      <p:pic>
        <p:nvPicPr>
          <p:cNvPr id="9" name="Изображение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69235" y="1825625"/>
            <a:ext cx="627126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WPS Presentation</Application>
  <PresentationFormat>宽屏</PresentationFormat>
  <Paragraphs>19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1</vt:lpstr>
      <vt:lpstr>Цель работы</vt:lpstr>
      <vt:lpstr>Установка Julia</vt:lpstr>
      <vt:lpstr>Проверка документации по командам</vt:lpstr>
      <vt:lpstr>Проверка различных функций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6</cp:revision>
  <dcterms:created xsi:type="dcterms:W3CDTF">2024-01-28T20:18:00Z</dcterms:created>
  <dcterms:modified xsi:type="dcterms:W3CDTF">2026-03-17T18:53:37Z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