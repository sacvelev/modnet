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9" r:id="rId5"/>
    <p:sldId id="260" r:id="rId6"/>
    <p:sldId id="264" r:id="rId7"/>
    <p:sldId id="265" r:id="rId8"/>
    <p:sldId id="266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4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Эмуляция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измерение</a:t>
            </a:r>
            <a:r>
              <a:rPr lang="en-US" altLang="ru-RU"/>
              <a:t> </a:t>
            </a:r>
            <a:r>
              <a:rPr lang="en-US" altLang="en-US"/>
              <a:t>задержек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глобальных</a:t>
            </a:r>
            <a:r>
              <a:rPr lang="en-US" altLang="ru-RU"/>
              <a:t> </a:t>
            </a:r>
            <a:r>
              <a:rPr lang="en-US" altLang="en-US"/>
              <a:t>сетях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знакомство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NETEM — </a:t>
            </a:r>
            <a:r>
              <a:rPr lang="en-US" altLang="en-US"/>
              <a:t>инструментом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тестирования</a:t>
            </a:r>
            <a:r>
              <a:rPr lang="en-US" altLang="ru-RU"/>
              <a:t> </a:t>
            </a:r>
            <a:r>
              <a:rPr lang="en-US" altLang="en-US"/>
              <a:t>производительности</a:t>
            </a:r>
            <a:r>
              <a:rPr lang="en-US" altLang="ru-RU"/>
              <a:t> </a:t>
            </a:r>
            <a:r>
              <a:rPr lang="en-US" altLang="en-US"/>
              <a:t>приложений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виртуальной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получение</a:t>
            </a:r>
            <a:r>
              <a:rPr lang="en-US" altLang="ru-RU"/>
              <a:t> </a:t>
            </a:r>
            <a:r>
              <a:rPr lang="en-US" altLang="en-US"/>
              <a:t>навыков</a:t>
            </a:r>
            <a:r>
              <a:rPr lang="en-US" altLang="ru-RU"/>
              <a:t> </a:t>
            </a:r>
            <a:r>
              <a:rPr lang="en-US" altLang="en-US"/>
              <a:t>проведения</a:t>
            </a:r>
            <a:r>
              <a:rPr lang="en-US" altLang="ru-RU"/>
              <a:t> </a:t>
            </a:r>
            <a:r>
              <a:rPr lang="en-US" altLang="en-US"/>
              <a:t>интерактивного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воспроизводимого</a:t>
            </a:r>
            <a:r>
              <a:rPr lang="en-US" altLang="ru-RU"/>
              <a:t> </a:t>
            </a:r>
            <a:r>
              <a:rPr lang="en-US" altLang="en-US"/>
              <a:t>экспериментов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измерению</a:t>
            </a:r>
            <a:r>
              <a:rPr lang="en-US" altLang="ru-RU"/>
              <a:t> </a:t>
            </a:r>
            <a:r>
              <a:rPr lang="en-US" altLang="en-US"/>
              <a:t>задержки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её</a:t>
            </a:r>
            <a:r>
              <a:rPr lang="en-US" altLang="ru-RU"/>
              <a:t> </a:t>
            </a:r>
            <a:r>
              <a:rPr lang="en-US" altLang="en-US"/>
              <a:t>дрожания</a:t>
            </a:r>
            <a:r>
              <a:rPr lang="en-US" altLang="ru-RU"/>
              <a:t> (jitter)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моделируемой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среде</a:t>
            </a:r>
            <a:r>
              <a:rPr lang="en-US" altLang="ru-RU"/>
              <a:t> Mininet.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ru-RU"/>
              <a:t>Создание базовой топологии</a:t>
            </a:r>
            <a:endParaRPr lang="ru-RU" altLang="ru-RU"/>
          </a:p>
        </p:txBody>
      </p:sp>
      <p:pic>
        <p:nvPicPr>
          <p:cNvPr id="3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3505" y="1825625"/>
            <a:ext cx="652335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</a:t>
            </a:r>
            <a:r>
              <a:rPr lang="en-US" altLang="en-US"/>
              <a:t>нтерактивные</a:t>
            </a:r>
            <a:r>
              <a:rPr lang="en-US" altLang="ru-RU"/>
              <a:t> </a:t>
            </a:r>
            <a:r>
              <a:rPr lang="en-US" altLang="en-US"/>
              <a:t>эксперименты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добавлению</a:t>
            </a:r>
            <a:r>
              <a:rPr lang="en-US" altLang="ru-RU"/>
              <a:t>/</a:t>
            </a:r>
            <a:r>
              <a:rPr lang="en-US" altLang="en-US"/>
              <a:t>изменению</a:t>
            </a:r>
            <a:r>
              <a:rPr lang="en-US" altLang="ru-RU"/>
              <a:t> </a:t>
            </a:r>
            <a:r>
              <a:rPr lang="en-US" altLang="en-US"/>
              <a:t>задержки</a:t>
            </a:r>
            <a:endParaRPr lang="en-US" altLang="en-US"/>
          </a:p>
        </p:txBody>
      </p:sp>
      <p:pic>
        <p:nvPicPr>
          <p:cNvPr id="6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91460" y="1825625"/>
            <a:ext cx="622681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И</a:t>
            </a:r>
            <a:r>
              <a:rPr lang="en-US" altLang="en-US"/>
              <a:t>нтерактивные</a:t>
            </a:r>
            <a:r>
              <a:rPr lang="en-US" altLang="ru-RU"/>
              <a:t> </a:t>
            </a:r>
            <a:r>
              <a:rPr lang="en-US" altLang="en-US"/>
              <a:t>эксперименты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добавлению</a:t>
            </a:r>
            <a:r>
              <a:rPr lang="en-US" altLang="ru-RU"/>
              <a:t>/</a:t>
            </a:r>
            <a:r>
              <a:rPr lang="en-US" altLang="en-US"/>
              <a:t>изменению</a:t>
            </a:r>
            <a:r>
              <a:rPr lang="en-US" altLang="ru-RU"/>
              <a:t> </a:t>
            </a:r>
            <a:r>
              <a:rPr lang="en-US" altLang="en-US"/>
              <a:t>задержки</a:t>
            </a:r>
            <a:endParaRPr lang="en-US" altLang="en-US"/>
          </a:p>
        </p:txBody>
      </p:sp>
      <p:pic>
        <p:nvPicPr>
          <p:cNvPr id="4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81910" y="1825625"/>
            <a:ext cx="664591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Загрузка ПО</a:t>
            </a:r>
            <a:endParaRPr lang="ru-RU"/>
          </a:p>
        </p:txBody>
      </p:sp>
      <p:pic>
        <p:nvPicPr>
          <p:cNvPr id="5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7340" y="1825625"/>
            <a:ext cx="611568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Создание скрипта</a:t>
            </a:r>
            <a:endParaRPr lang="ru-RU" altLang="en-US"/>
          </a:p>
        </p:txBody>
      </p:sp>
      <p:pic>
        <p:nvPicPr>
          <p:cNvPr id="5" name="Изображени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5715" y="1825625"/>
            <a:ext cx="671830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WPS Presentation</Application>
  <PresentationFormat>宽屏</PresentationFormat>
  <Paragraphs>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3</vt:lpstr>
      <vt:lpstr>Цель работы</vt:lpstr>
      <vt:lpstr>Скрипт для создания простейшей топологии</vt:lpstr>
      <vt:lpstr>Изменение параметров соедиения</vt:lpstr>
      <vt:lpstr>Интерактивные эксперименты по добавлению/изменению задержки</vt:lpstr>
      <vt:lpstr>Интерактивные эксперименты по добавлению/изменению задержки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12</cp:revision>
  <dcterms:created xsi:type="dcterms:W3CDTF">2024-01-28T20:18:00Z</dcterms:created>
  <dcterms:modified xsi:type="dcterms:W3CDTF">2026-03-17T19:19:14Z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