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9" r:id="rId5"/>
    <p:sldId id="260" r:id="rId6"/>
    <p:sldId id="264" r:id="rId7"/>
    <p:sldId id="265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ru-RU" altLang="en-US"/>
              <a:t>Лабораторная работа 5</a:t>
            </a:r>
            <a:endParaRPr lang="ru-RU" alt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US"/>
              <a:t>Эмуляция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измерение</a:t>
            </a:r>
            <a:r>
              <a:rPr lang="en-US" altLang="ru-RU"/>
              <a:t> </a:t>
            </a:r>
            <a:r>
              <a:rPr lang="en-US" altLang="en-US"/>
              <a:t>потерь</a:t>
            </a:r>
            <a:r>
              <a:rPr lang="en-US" altLang="ru-RU"/>
              <a:t> </a:t>
            </a:r>
            <a:r>
              <a:rPr lang="en-US" altLang="en-US"/>
              <a:t>пакетов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глобальных</a:t>
            </a:r>
            <a:r>
              <a:rPr lang="en-US" altLang="ru-RU"/>
              <a:t> </a:t>
            </a:r>
            <a:r>
              <a:rPr lang="en-US" altLang="en-US"/>
              <a:t>сетях</a:t>
            </a:r>
            <a:endParaRPr lang="en-US" altLang="en-US"/>
          </a:p>
          <a:p>
            <a:r>
              <a:rPr lang="ru-RU" altLang="en-US"/>
              <a:t>Цвелев С.А. НПИбд-0</a:t>
            </a:r>
            <a:r>
              <a:rPr lang="en-US" altLang="ru-RU"/>
              <a:t>1</a:t>
            </a:r>
            <a:r>
              <a:rPr lang="ru-RU" altLang="en-US"/>
              <a:t>-22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Цель работы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Основной</a:t>
            </a:r>
            <a:r>
              <a:rPr lang="en-US" altLang="ru-RU"/>
              <a:t> </a:t>
            </a:r>
            <a:r>
              <a:rPr lang="en-US" altLang="en-US"/>
              <a:t>целью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en-US" altLang="ru-RU"/>
              <a:t> </a:t>
            </a:r>
            <a:r>
              <a:rPr lang="en-US" altLang="en-US"/>
              <a:t>является</a:t>
            </a:r>
            <a:r>
              <a:rPr lang="en-US" altLang="ru-RU"/>
              <a:t> </a:t>
            </a:r>
            <a:r>
              <a:rPr lang="en-US" altLang="en-US"/>
              <a:t>получение</a:t>
            </a:r>
            <a:r>
              <a:rPr lang="en-US" altLang="ru-RU"/>
              <a:t> </a:t>
            </a:r>
            <a:r>
              <a:rPr lang="en-US" altLang="en-US"/>
              <a:t>навыков</a:t>
            </a:r>
            <a:r>
              <a:rPr lang="en-US" altLang="ru-RU"/>
              <a:t> </a:t>
            </a:r>
            <a:r>
              <a:rPr lang="en-US" altLang="en-US"/>
              <a:t>проведения</a:t>
            </a:r>
            <a:r>
              <a:rPr lang="en-US" altLang="ru-RU"/>
              <a:t> </a:t>
            </a:r>
            <a:r>
              <a:rPr lang="en-US" altLang="en-US"/>
              <a:t>интерактивных</a:t>
            </a:r>
            <a:r>
              <a:rPr lang="en-US" altLang="ru-RU"/>
              <a:t> </a:t>
            </a:r>
            <a:r>
              <a:rPr lang="en-US" altLang="en-US"/>
              <a:t>экспериментов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среде</a:t>
            </a:r>
            <a:r>
              <a:rPr lang="en-US" altLang="ru-RU"/>
              <a:t> Mininet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исследованию</a:t>
            </a:r>
            <a:r>
              <a:rPr lang="en-US" altLang="ru-RU"/>
              <a:t> </a:t>
            </a:r>
            <a:r>
              <a:rPr lang="en-US" altLang="en-US"/>
              <a:t>параметров</a:t>
            </a:r>
            <a:r>
              <a:rPr lang="en-US" altLang="ru-RU"/>
              <a:t> </a:t>
            </a:r>
            <a:r>
              <a:rPr lang="en-US" altLang="en-US"/>
              <a:t>сети</a:t>
            </a:r>
            <a:r>
              <a:rPr lang="en-US" altLang="ru-RU"/>
              <a:t>, </a:t>
            </a:r>
            <a:r>
              <a:rPr lang="en-US" altLang="en-US"/>
              <a:t>связанных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потерей</a:t>
            </a:r>
            <a:r>
              <a:rPr lang="en-US" altLang="ru-RU"/>
              <a:t>, </a:t>
            </a:r>
            <a:r>
              <a:rPr lang="en-US" altLang="en-US"/>
              <a:t>дублированием</a:t>
            </a:r>
            <a:r>
              <a:rPr lang="en-US" altLang="ru-RU"/>
              <a:t>, </a:t>
            </a:r>
            <a:r>
              <a:rPr lang="en-US" altLang="en-US"/>
              <a:t>изменением</a:t>
            </a:r>
            <a:r>
              <a:rPr lang="en-US" altLang="ru-RU"/>
              <a:t> </a:t>
            </a:r>
            <a:r>
              <a:rPr lang="en-US" altLang="en-US"/>
              <a:t>порядка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повреждением</a:t>
            </a:r>
            <a:r>
              <a:rPr lang="en-US" altLang="ru-RU"/>
              <a:t> </a:t>
            </a:r>
            <a:r>
              <a:rPr lang="en-US" altLang="en-US"/>
              <a:t>пакетов</a:t>
            </a:r>
            <a:r>
              <a:rPr lang="en-US" altLang="ru-RU"/>
              <a:t> </a:t>
            </a:r>
            <a:r>
              <a:rPr lang="en-US" altLang="en-US"/>
              <a:t>при</a:t>
            </a:r>
            <a:r>
              <a:rPr lang="en-US" altLang="ru-RU"/>
              <a:t> </a:t>
            </a:r>
            <a:r>
              <a:rPr lang="en-US" altLang="en-US"/>
              <a:t>передаче</a:t>
            </a:r>
            <a:r>
              <a:rPr lang="en-US" altLang="ru-RU"/>
              <a:t> </a:t>
            </a:r>
            <a:r>
              <a:rPr lang="en-US" altLang="en-US"/>
              <a:t>данных</a:t>
            </a:r>
            <a:r>
              <a:rPr lang="en-US" altLang="ru-RU"/>
              <a:t>. </a:t>
            </a:r>
            <a:r>
              <a:rPr lang="en-US" altLang="en-US"/>
              <a:t>Эти</a:t>
            </a:r>
            <a:r>
              <a:rPr lang="en-US" altLang="ru-RU"/>
              <a:t> </a:t>
            </a:r>
            <a:r>
              <a:rPr lang="en-US" altLang="en-US"/>
              <a:t>параметры</a:t>
            </a:r>
            <a:r>
              <a:rPr lang="en-US" altLang="ru-RU"/>
              <a:t> </a:t>
            </a:r>
            <a:r>
              <a:rPr lang="en-US" altLang="en-US"/>
              <a:t>влияют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производительность</a:t>
            </a:r>
            <a:r>
              <a:rPr lang="en-US" altLang="ru-RU"/>
              <a:t> </a:t>
            </a:r>
            <a:r>
              <a:rPr lang="en-US" altLang="en-US"/>
              <a:t>протоколов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сетей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 altLang="ru-RU"/>
              <a:t>Создание базовой топологии</a:t>
            </a:r>
            <a:endParaRPr lang="ru-RU" altLang="ru-RU"/>
          </a:p>
        </p:txBody>
      </p:sp>
      <p:pic>
        <p:nvPicPr>
          <p:cNvPr id="6" name="Изображение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74620" y="1825625"/>
            <a:ext cx="646049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/>
              <a:t>И</a:t>
            </a:r>
            <a:r>
              <a:rPr lang="en-US" altLang="en-US"/>
              <a:t>нтерактивные</a:t>
            </a:r>
            <a:r>
              <a:rPr lang="en-US" altLang="ru-RU"/>
              <a:t> </a:t>
            </a:r>
            <a:r>
              <a:rPr lang="en-US" altLang="en-US"/>
              <a:t>эксперименты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исследованию</a:t>
            </a:r>
            <a:r>
              <a:rPr lang="en-US" altLang="ru-RU"/>
              <a:t> </a:t>
            </a:r>
            <a:r>
              <a:rPr lang="en-US" altLang="en-US"/>
              <a:t>параметров</a:t>
            </a:r>
            <a:r>
              <a:rPr lang="en-US" altLang="ru-RU"/>
              <a:t> </a:t>
            </a:r>
            <a:r>
              <a:rPr lang="en-US" altLang="en-US"/>
              <a:t>сети</a:t>
            </a:r>
            <a:endParaRPr lang="en-US" altLang="en-US"/>
          </a:p>
        </p:txBody>
      </p:sp>
      <p:pic>
        <p:nvPicPr>
          <p:cNvPr id="7" name="Изображение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78710" y="1825625"/>
            <a:ext cx="705294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/>
              <a:t>Во</a:t>
            </a:r>
            <a:r>
              <a:rPr lang="en-US" altLang="en-US"/>
              <a:t>спроизводимый</a:t>
            </a:r>
            <a:r>
              <a:rPr lang="en-US" altLang="ru-RU"/>
              <a:t> </a:t>
            </a:r>
            <a:r>
              <a:rPr lang="en-US" altLang="en-US"/>
              <a:t>эксперимент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добавлению</a:t>
            </a:r>
            <a:r>
              <a:rPr lang="en-US" altLang="ru-RU"/>
              <a:t> </a:t>
            </a:r>
            <a:r>
              <a:rPr lang="en-US" altLang="en-US"/>
              <a:t>правила</a:t>
            </a:r>
            <a:r>
              <a:rPr lang="en-US" altLang="ru-RU"/>
              <a:t> </a:t>
            </a:r>
            <a:r>
              <a:rPr lang="en-US" altLang="en-US"/>
              <a:t>отбрасывания</a:t>
            </a:r>
            <a:r>
              <a:rPr lang="en-US" altLang="ru-RU"/>
              <a:t> </a:t>
            </a:r>
            <a:r>
              <a:rPr lang="en-US" altLang="en-US"/>
              <a:t>пакетов</a:t>
            </a:r>
            <a:endParaRPr lang="en-US" altLang="en-US"/>
          </a:p>
        </p:txBody>
      </p:sp>
      <p:pic>
        <p:nvPicPr>
          <p:cNvPr id="9" name="Изображение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39085" y="1825625"/>
            <a:ext cx="613219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/>
              <a:t>Создание </a:t>
            </a:r>
            <a:r>
              <a:rPr lang="en-US"/>
              <a:t>makefile</a:t>
            </a:r>
            <a:endParaRPr lang="en-US"/>
          </a:p>
        </p:txBody>
      </p:sp>
      <p:pic>
        <p:nvPicPr>
          <p:cNvPr id="10" name="Изображение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42795" y="2591435"/>
            <a:ext cx="7724775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581</Words>
  <Application>WPS Presentation</Application>
  <PresentationFormat>宽屏</PresentationFormat>
  <Paragraphs>17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Лабораторная работа 4</vt:lpstr>
      <vt:lpstr>Цель работы</vt:lpstr>
      <vt:lpstr>Создание базовой топологии</vt:lpstr>
      <vt:lpstr>Интерактивные эксперименты по добавлению/изменению задержки</vt:lpstr>
      <vt:lpstr>Интерактивные эксперименты по добавлению/изменению задержки</vt:lpstr>
      <vt:lpstr>Загрузка ПО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Грибобес</cp:lastModifiedBy>
  <cp:revision>16</cp:revision>
  <dcterms:created xsi:type="dcterms:W3CDTF">2024-01-28T20:18:00Z</dcterms:created>
  <dcterms:modified xsi:type="dcterms:W3CDTF">2026-03-17T19:31:28Z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82569B5933DC4A2F9B03B25A265A4C68_12</vt:lpwstr>
  </property>
</Properties>
</file>