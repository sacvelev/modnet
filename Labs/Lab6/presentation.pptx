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3"/>
    <p:sldId id="257" r:id="rId4"/>
    <p:sldId id="259" r:id="rId5"/>
    <p:sldId id="260" r:id="rId6"/>
    <p:sldId id="266" r:id="rId7"/>
    <p:sldId id="267" r:id="rId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ru-RU" altLang="en-US"/>
              <a:t>Лабораторная работа 6</a:t>
            </a:r>
            <a:endParaRPr lang="ru-RU" alt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ru-RU"/>
              <a:t>  </a:t>
            </a:r>
            <a:r>
              <a:rPr lang="en-US" altLang="en-US"/>
              <a:t>Настройка</a:t>
            </a:r>
            <a:r>
              <a:rPr lang="en-US" altLang="ru-RU"/>
              <a:t> </a:t>
            </a:r>
            <a:r>
              <a:rPr lang="en-US" altLang="en-US"/>
              <a:t>пропускной</a:t>
            </a:r>
            <a:r>
              <a:rPr lang="en-US" altLang="ru-RU"/>
              <a:t> </a:t>
            </a:r>
            <a:r>
              <a:rPr lang="en-US" altLang="en-US"/>
              <a:t>способности</a:t>
            </a:r>
            <a:r>
              <a:rPr lang="en-US" altLang="ru-RU"/>
              <a:t> </a:t>
            </a:r>
            <a:r>
              <a:rPr lang="en-US" altLang="en-US"/>
              <a:t>глобальной</a:t>
            </a:r>
            <a:r>
              <a:rPr lang="en-US" altLang="ru-RU"/>
              <a:t> </a:t>
            </a:r>
            <a:r>
              <a:rPr lang="en-US" altLang="en-US"/>
              <a:t>сети</a:t>
            </a:r>
            <a:r>
              <a:rPr lang="en-US" altLang="ru-RU"/>
              <a:t> </a:t>
            </a:r>
            <a:r>
              <a:rPr lang="en-US" altLang="en-US"/>
              <a:t>с</a:t>
            </a:r>
            <a:r>
              <a:rPr lang="en-US" altLang="ru-RU"/>
              <a:t> </a:t>
            </a:r>
            <a:r>
              <a:rPr lang="en-US" altLang="en-US"/>
              <a:t>помощью</a:t>
            </a:r>
            <a:r>
              <a:rPr lang="en-US" altLang="ru-RU"/>
              <a:t> Token Bucket Filter</a:t>
            </a:r>
            <a:endParaRPr lang="en-US" altLang="ru-RU"/>
          </a:p>
          <a:p>
            <a:r>
              <a:rPr lang="ru-RU" altLang="en-US"/>
              <a:t>Цвелев С.А. НПИбд-0</a:t>
            </a:r>
            <a:r>
              <a:rPr lang="en-US" altLang="ru-RU"/>
              <a:t>1</a:t>
            </a:r>
            <a:r>
              <a:rPr lang="ru-RU" altLang="en-US"/>
              <a:t>-22</a:t>
            </a:r>
            <a:endParaRPr lang="ru-RU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Цель работы</a:t>
            </a:r>
            <a:endParaRPr lang="ru-RU" altLang="en-US"/>
          </a:p>
        </p:txBody>
      </p:sp>
      <p:sp>
        <p:nvSpPr>
          <p:cNvPr id="5" name="Замещающее содержимое 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Основной</a:t>
            </a:r>
            <a:r>
              <a:rPr lang="en-US" altLang="ru-RU"/>
              <a:t> </a:t>
            </a:r>
            <a:r>
              <a:rPr lang="en-US" altLang="en-US"/>
              <a:t>целью</a:t>
            </a:r>
            <a:r>
              <a:rPr lang="en-US" altLang="ru-RU"/>
              <a:t> </a:t>
            </a:r>
            <a:r>
              <a:rPr lang="en-US" altLang="en-US"/>
              <a:t>работы</a:t>
            </a:r>
            <a:r>
              <a:rPr lang="en-US" altLang="ru-RU"/>
              <a:t> </a:t>
            </a:r>
            <a:r>
              <a:rPr lang="en-US" altLang="en-US"/>
              <a:t>является</a:t>
            </a:r>
            <a:r>
              <a:rPr lang="en-US" altLang="ru-RU"/>
              <a:t> </a:t>
            </a:r>
            <a:r>
              <a:rPr lang="en-US" altLang="en-US"/>
              <a:t>знакомство</a:t>
            </a:r>
            <a:r>
              <a:rPr lang="en-US" altLang="ru-RU"/>
              <a:t> </a:t>
            </a:r>
            <a:r>
              <a:rPr lang="en-US" altLang="en-US"/>
              <a:t>с</a:t>
            </a:r>
            <a:r>
              <a:rPr lang="en-US" altLang="ru-RU"/>
              <a:t> </a:t>
            </a:r>
            <a:r>
              <a:rPr lang="en-US" altLang="en-US"/>
              <a:t>принципами</a:t>
            </a:r>
            <a:r>
              <a:rPr lang="en-US" altLang="ru-RU"/>
              <a:t> </a:t>
            </a:r>
            <a:r>
              <a:rPr lang="en-US" altLang="en-US"/>
              <a:t>работы</a:t>
            </a:r>
            <a:r>
              <a:rPr lang="en-US" altLang="ru-RU"/>
              <a:t> </a:t>
            </a:r>
            <a:r>
              <a:rPr lang="en-US" altLang="en-US"/>
              <a:t>дисциплины</a:t>
            </a:r>
            <a:r>
              <a:rPr lang="en-US" altLang="ru-RU"/>
              <a:t> </a:t>
            </a:r>
            <a:r>
              <a:rPr lang="en-US" altLang="en-US"/>
              <a:t>очереди</a:t>
            </a:r>
            <a:r>
              <a:rPr lang="en-US" altLang="ru-RU"/>
              <a:t> Token Bucket Filter, </a:t>
            </a:r>
            <a:r>
              <a:rPr lang="en-US" altLang="en-US"/>
              <a:t>которая</a:t>
            </a:r>
            <a:r>
              <a:rPr lang="en-US" altLang="ru-RU"/>
              <a:t> </a:t>
            </a:r>
            <a:r>
              <a:rPr lang="en-US" altLang="en-US"/>
              <a:t>формирует</a:t>
            </a:r>
            <a:r>
              <a:rPr lang="en-US" altLang="ru-RU"/>
              <a:t> </a:t>
            </a:r>
            <a:r>
              <a:rPr lang="en-US" altLang="en-US"/>
              <a:t>входящий</a:t>
            </a:r>
            <a:r>
              <a:rPr lang="en-US" altLang="ru-RU"/>
              <a:t>/</a:t>
            </a:r>
            <a:r>
              <a:rPr lang="en-US" altLang="en-US"/>
              <a:t>исходящий</a:t>
            </a:r>
            <a:r>
              <a:rPr lang="en-US" altLang="ru-RU"/>
              <a:t> </a:t>
            </a:r>
            <a:r>
              <a:rPr lang="en-US" altLang="en-US"/>
              <a:t>трафик</a:t>
            </a:r>
            <a:r>
              <a:rPr lang="en-US" altLang="ru-RU"/>
              <a:t> </a:t>
            </a:r>
            <a:r>
              <a:rPr lang="en-US" altLang="en-US"/>
              <a:t>для</a:t>
            </a:r>
            <a:r>
              <a:rPr lang="en-US" altLang="ru-RU"/>
              <a:t> </a:t>
            </a:r>
            <a:r>
              <a:rPr lang="en-US" altLang="en-US"/>
              <a:t>ограничения</a:t>
            </a:r>
            <a:r>
              <a:rPr lang="en-US" altLang="ru-RU"/>
              <a:t> </a:t>
            </a:r>
            <a:r>
              <a:rPr lang="en-US" altLang="en-US"/>
              <a:t>пропускной</a:t>
            </a:r>
            <a:r>
              <a:rPr lang="en-US" altLang="ru-RU"/>
              <a:t> </a:t>
            </a:r>
            <a:r>
              <a:rPr lang="en-US" altLang="en-US"/>
              <a:t>способности</a:t>
            </a:r>
            <a:r>
              <a:rPr lang="en-US" altLang="ru-RU"/>
              <a:t>, </a:t>
            </a:r>
            <a:r>
              <a:rPr lang="en-US" altLang="en-US"/>
              <a:t>а</a:t>
            </a:r>
            <a:r>
              <a:rPr lang="en-US" altLang="ru-RU"/>
              <a:t> </a:t>
            </a:r>
            <a:r>
              <a:rPr lang="en-US" altLang="en-US"/>
              <a:t>также</a:t>
            </a:r>
            <a:r>
              <a:rPr lang="en-US" altLang="ru-RU"/>
              <a:t> </a:t>
            </a:r>
            <a:r>
              <a:rPr lang="en-US" altLang="en-US"/>
              <a:t>получение</a:t>
            </a:r>
            <a:r>
              <a:rPr lang="en-US" altLang="ru-RU"/>
              <a:t> </a:t>
            </a:r>
            <a:r>
              <a:rPr lang="en-US" altLang="en-US"/>
              <a:t>навыков</a:t>
            </a:r>
            <a:r>
              <a:rPr lang="en-US" altLang="ru-RU"/>
              <a:t> </a:t>
            </a:r>
            <a:r>
              <a:rPr lang="en-US" altLang="en-US"/>
              <a:t>моделирования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исследования</a:t>
            </a:r>
            <a:r>
              <a:rPr lang="en-US" altLang="ru-RU"/>
              <a:t> </a:t>
            </a:r>
            <a:r>
              <a:rPr lang="en-US" altLang="en-US"/>
              <a:t>поведения</a:t>
            </a:r>
            <a:r>
              <a:rPr lang="en-US" altLang="ru-RU"/>
              <a:t> </a:t>
            </a:r>
            <a:r>
              <a:rPr lang="en-US" altLang="en-US"/>
              <a:t>трафика</a:t>
            </a:r>
            <a:r>
              <a:rPr lang="en-US" altLang="ru-RU"/>
              <a:t> </a:t>
            </a:r>
            <a:r>
              <a:rPr lang="en-US" altLang="en-US"/>
              <a:t>посредством</a:t>
            </a:r>
            <a:r>
              <a:rPr lang="en-US" altLang="ru-RU"/>
              <a:t> </a:t>
            </a:r>
            <a:r>
              <a:rPr lang="en-US" altLang="en-US"/>
              <a:t>проведения</a:t>
            </a:r>
            <a:r>
              <a:rPr lang="en-US" altLang="ru-RU"/>
              <a:t> </a:t>
            </a:r>
            <a:r>
              <a:rPr lang="en-US" altLang="en-US"/>
              <a:t>интерактивного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воспроизводимого</a:t>
            </a:r>
            <a:r>
              <a:rPr lang="en-US" altLang="ru-RU"/>
              <a:t> </a:t>
            </a:r>
            <a:r>
              <a:rPr lang="en-US" altLang="en-US"/>
              <a:t>экспериментов</a:t>
            </a:r>
            <a:r>
              <a:rPr lang="en-US" altLang="ru-RU"/>
              <a:t> </a:t>
            </a:r>
            <a:r>
              <a:rPr lang="en-US" altLang="en-US"/>
              <a:t>в</a:t>
            </a:r>
            <a:r>
              <a:rPr lang="en-US" altLang="ru-RU"/>
              <a:t> Mininet.</a:t>
            </a:r>
            <a:endParaRPr lang="en-US" alt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ru-RU" altLang="ru-RU"/>
              <a:t>Создание базовой топологии</a:t>
            </a:r>
            <a:endParaRPr lang="ru-RU" altLang="ru-RU"/>
          </a:p>
        </p:txBody>
      </p:sp>
      <p:pic>
        <p:nvPicPr>
          <p:cNvPr id="3" name="Изображение 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788920" y="1825625"/>
            <a:ext cx="6232525" cy="4351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ru-RU" altLang="en-US"/>
              <a:t>И</a:t>
            </a:r>
            <a:r>
              <a:rPr lang="en-US" altLang="en-US"/>
              <a:t>нтерактивные</a:t>
            </a:r>
            <a:r>
              <a:rPr lang="en-US" altLang="ru-RU"/>
              <a:t> </a:t>
            </a:r>
            <a:r>
              <a:rPr lang="en-US" altLang="en-US"/>
              <a:t>эксперименты</a:t>
            </a:r>
            <a:r>
              <a:rPr lang="en-US" altLang="ru-RU"/>
              <a:t> </a:t>
            </a:r>
            <a:r>
              <a:rPr lang="en-US" altLang="en-US"/>
              <a:t>по</a:t>
            </a:r>
            <a:r>
              <a:rPr lang="en-US" altLang="ru-RU"/>
              <a:t> </a:t>
            </a:r>
            <a:r>
              <a:rPr lang="en-US" altLang="en-US"/>
              <a:t>ограничению</a:t>
            </a:r>
            <a:r>
              <a:rPr lang="en-US" altLang="ru-RU"/>
              <a:t> </a:t>
            </a:r>
            <a:r>
              <a:rPr lang="en-US" altLang="en-US"/>
              <a:t>пропускной</a:t>
            </a:r>
            <a:r>
              <a:rPr lang="en-US" altLang="ru-RU"/>
              <a:t> </a:t>
            </a:r>
            <a:r>
              <a:rPr lang="en-US" altLang="en-US"/>
              <a:t>способности</a:t>
            </a:r>
            <a:r>
              <a:rPr lang="en-US" altLang="ru-RU"/>
              <a:t> </a:t>
            </a:r>
            <a:r>
              <a:rPr lang="en-US" altLang="en-US"/>
              <a:t>сети</a:t>
            </a:r>
            <a:endParaRPr lang="en-US" altLang="en-US"/>
          </a:p>
        </p:txBody>
      </p:sp>
      <p:pic>
        <p:nvPicPr>
          <p:cNvPr id="4" name="Изображение 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371725" y="1825625"/>
            <a:ext cx="7066280" cy="4351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ru-RU" altLang="en-US"/>
              <a:t>И</a:t>
            </a:r>
            <a:r>
              <a:rPr lang="en-US" altLang="en-US"/>
              <a:t>нтерактивные</a:t>
            </a:r>
            <a:r>
              <a:rPr lang="en-US" altLang="ru-RU"/>
              <a:t> </a:t>
            </a:r>
            <a:r>
              <a:rPr lang="en-US" altLang="en-US"/>
              <a:t>эксперименты</a:t>
            </a:r>
            <a:r>
              <a:rPr lang="en-US" altLang="ru-RU"/>
              <a:t> </a:t>
            </a:r>
            <a:r>
              <a:rPr lang="en-US" altLang="en-US"/>
              <a:t>по</a:t>
            </a:r>
            <a:r>
              <a:rPr lang="en-US" altLang="ru-RU"/>
              <a:t> </a:t>
            </a:r>
            <a:r>
              <a:rPr lang="en-US" altLang="en-US"/>
              <a:t>ограничению</a:t>
            </a:r>
            <a:r>
              <a:rPr lang="en-US" altLang="ru-RU"/>
              <a:t> </a:t>
            </a:r>
            <a:r>
              <a:rPr lang="en-US" altLang="en-US"/>
              <a:t>пропускной</a:t>
            </a:r>
            <a:r>
              <a:rPr lang="en-US" altLang="ru-RU"/>
              <a:t> </a:t>
            </a:r>
            <a:r>
              <a:rPr lang="en-US" altLang="en-US"/>
              <a:t>способности</a:t>
            </a:r>
            <a:r>
              <a:rPr lang="en-US" altLang="ru-RU"/>
              <a:t> </a:t>
            </a:r>
            <a:r>
              <a:rPr lang="en-US" altLang="en-US"/>
              <a:t>сети</a:t>
            </a:r>
            <a:endParaRPr lang="en-US" altLang="en-US"/>
          </a:p>
        </p:txBody>
      </p:sp>
      <p:pic>
        <p:nvPicPr>
          <p:cNvPr id="5" name="Изображени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636520" y="1825625"/>
            <a:ext cx="6537325" cy="4351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ru-RU" altLang="en-US"/>
              <a:t>И</a:t>
            </a:r>
            <a:r>
              <a:rPr lang="en-US" altLang="en-US"/>
              <a:t>нтерактивные</a:t>
            </a:r>
            <a:r>
              <a:rPr lang="en-US" altLang="ru-RU"/>
              <a:t> </a:t>
            </a:r>
            <a:r>
              <a:rPr lang="en-US" altLang="en-US"/>
              <a:t>эксперименты</a:t>
            </a:r>
            <a:r>
              <a:rPr lang="en-US" altLang="ru-RU"/>
              <a:t> </a:t>
            </a:r>
            <a:r>
              <a:rPr lang="en-US" altLang="en-US"/>
              <a:t>по</a:t>
            </a:r>
            <a:r>
              <a:rPr lang="en-US" altLang="ru-RU"/>
              <a:t> </a:t>
            </a:r>
            <a:r>
              <a:rPr lang="en-US" altLang="en-US"/>
              <a:t>ограничению</a:t>
            </a:r>
            <a:r>
              <a:rPr lang="en-US" altLang="ru-RU"/>
              <a:t> </a:t>
            </a:r>
            <a:r>
              <a:rPr lang="en-US" altLang="en-US"/>
              <a:t>пропускной</a:t>
            </a:r>
            <a:r>
              <a:rPr lang="en-US" altLang="ru-RU"/>
              <a:t> </a:t>
            </a:r>
            <a:r>
              <a:rPr lang="en-US" altLang="en-US"/>
              <a:t>способности</a:t>
            </a:r>
            <a:r>
              <a:rPr lang="en-US" altLang="ru-RU"/>
              <a:t> </a:t>
            </a:r>
            <a:r>
              <a:rPr lang="en-US" altLang="en-US"/>
              <a:t>сети</a:t>
            </a:r>
            <a:endParaRPr lang="en-US" altLang="en-US"/>
          </a:p>
        </p:txBody>
      </p:sp>
      <p:pic>
        <p:nvPicPr>
          <p:cNvPr id="4" name="Изображение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728595" y="1825625"/>
            <a:ext cx="6353175" cy="4351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708</Words>
  <Application>WPS Presentation</Application>
  <PresentationFormat>宽屏</PresentationFormat>
  <Paragraphs>17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Office Theme</vt:lpstr>
      <vt:lpstr>Лабораторная работа 5</vt:lpstr>
      <vt:lpstr>Цель работы</vt:lpstr>
      <vt:lpstr>Создание базовой топологии</vt:lpstr>
      <vt:lpstr>Интерактивные эксперименты по по исследованию параметров сети</vt:lpstr>
      <vt:lpstr>Интерактивные эксперименты по ограничению пропускной способности сети</vt:lpstr>
      <vt:lpstr>Интерактивные эксперименты по ограничению пропускной способности сети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Грибобес</cp:lastModifiedBy>
  <cp:revision>19</cp:revision>
  <dcterms:created xsi:type="dcterms:W3CDTF">2024-01-28T20:18:00Z</dcterms:created>
  <dcterms:modified xsi:type="dcterms:W3CDTF">2026-03-17T19:34:54Z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1049-12.2.0.23196</vt:lpwstr>
  </property>
  <property fmtid="{D5CDD505-2E9C-101B-9397-08002B2CF9AE}" pid="3" name="ICV">
    <vt:lpwstr>82569B5933DC4A2F9B03B25A265A4C68_12</vt:lpwstr>
  </property>
</Properties>
</file>